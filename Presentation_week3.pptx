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3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F567E-0A73-4F11-A0E6-DD0310BF7FF0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C61BA-A05A-435B-A8CB-38E39F5DF2A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819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C61BA-A05A-435B-A8CB-38E39F5DF2A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729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E1F0C-0EDD-D24B-91AE-9F9623C87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8F42E9-B318-3531-F1D6-577396CFE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69C63-EA15-28A6-9995-C013CC77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A67D5-7A97-A419-89E5-8FDC10492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77C65-651A-861E-537A-46CB15BDF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34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7919-B8BF-B580-ECBD-4945517B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EEF8-4E10-C627-9D76-774A2DABB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A1EDA-3160-B410-2A50-65A99F5BD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3411F-D309-B8B5-9131-EE8275D21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72DBC-8442-62DB-DFB0-E36D10B59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171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5B997-7A8A-96A7-66FC-FA6327B08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9B2E68-9158-2976-38F5-92A3DDC51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6BCB0-8541-56DD-0F4B-F11BDB8F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CF6F2-F6EA-67C3-9DAF-5D46C7D89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7ECBB-EB32-7D2B-0D2A-DD28A2B2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54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DD7D1-8244-C0D7-759F-9BCD6A5B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B433A-463F-5C3D-22D5-F673D1A8E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F70AE-5EAE-3678-DA07-6DC335EBA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2DB9-735F-474C-AF53-EE5242702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8CA10-049B-CF96-F421-A7EBD91D3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7AEB0-77F2-EF15-1D5B-74365A4D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88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A473A-B5A1-1AB0-05CE-152D38EC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9F6F0C-5B9C-1E38-8C80-3C893BF48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D0754-6AA6-5D04-8CA6-48D843BDCE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776FB-B90B-A0A8-1726-B47A72302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6DE937-1897-2B95-A172-150441E299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E68E24-721D-C380-34F8-4AAE272EE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7C4DD-3017-154E-FE4E-05033D87E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525CBA-4E15-D953-D3C5-574C5E1F5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88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FED2F-B3CC-BAC7-64A9-D084DA0D2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3787A-ABE4-1EC3-7CA7-32397DC1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2DBB61-588B-DF76-E4F1-3B3F60E25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5FACC-422A-2F63-8FC7-52D7069B2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51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9827D-9CA5-DFA8-562A-F6D2E4E4A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2340B-9C9A-BED6-6738-016ADD561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2AE04-8A17-C030-56A3-FA730D025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272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0084-51AF-0622-A613-86000BBE2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4AA1-6366-248B-9B02-2230B07C4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ACE9D7-DBC8-9622-34D5-89A4F97B4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72A910-B498-2B44-A89E-4A6063456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93632-4737-4887-4449-2519784A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7A822-95D8-350F-0880-544ABA0E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53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E6ECD-AE83-B5C4-42EA-749730856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21A7E9-8EE7-80B7-E74A-CA27C5C97A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53B327-9DF9-8998-90DD-C66095029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857EA-8073-CF95-9C6C-5B54FAF0D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8BFAC-030B-BB0E-84E9-EE3AFB844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03C75B-8E60-5493-EC66-7D26780E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061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C8B72-F028-A5BD-BB29-812E995D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4792B-1C33-6B36-0353-33AC46610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85E21-80C3-7EC8-8544-2857C508A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E2B8B-ADF6-1457-29D8-EF99256C4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F9D25-F582-5067-4B4C-025735279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395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72B09-3E2A-D316-4B24-AD85AC94D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96D31-F27C-D928-54F0-94E4BD8F08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D1387-912C-48C1-D468-14D6CFA3C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4AAB8-508A-F36E-05AF-7BA2425B3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C329C-FC92-D688-CDCB-640D68301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85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83FF7B-39C2-C456-3ED6-794763CEE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4B560F-B901-DA12-0AE9-0385239D8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8F4CA-8B12-E288-CDD9-FCF8E6EB0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78D7E-21B0-40D2-8B21-FBA246533876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682A1-58D2-085C-642C-00D9357D27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6EFE5-E90C-D6CB-4735-BFC727C6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F06A7-4721-4BEF-9CDD-BB446E54BC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6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5DB5F74-CEDB-5155-CA6C-0E36B2F33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39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CB533F-F4A9-E2CC-3FD2-3D2531B57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699376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EFBB055-D168-757F-1E20-802A8643C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2984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4AFF67-08F8-33F3-A8FB-C44107C4C7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8448"/>
            <a:ext cx="12192000" cy="44348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768032-DEF3-C862-7AD9-74CA424D27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3288"/>
            <a:ext cx="12192000" cy="112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07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368A1F-6B56-18B7-BD5C-BB11BC057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0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BC7DA0-B064-0607-B27E-E1ADE46E7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3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5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66D790-DA7E-D40C-BC62-108F95D2A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1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4FB3CE-B36A-F1B0-48FA-A492ADDFB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A508DB-3CD9-8F90-8006-E2D9B6D7C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74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875AFB-293E-2680-90A4-2BBC25781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677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8BD516-A379-1F06-1508-6662B9A04D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914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DC88AE-D942-5CFB-55F7-EAD8E9AD1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554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6E74EA2-4EF9-7D2E-5FB0-BB42045C8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63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0C64666-A730-A620-C30D-1916D88CF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717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5AE1B9-A203-117C-1894-16A086D13E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04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578F9B-0EA6-7B64-0BCA-DA25CA8F2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0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B31673-7A21-FA12-8BEE-2E1F22BAF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07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BF3C4E-946A-E70A-3CB3-6443B5594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8819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E1073D-2C6B-BCA1-694E-9646928D41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6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</Words>
  <Application>Microsoft Office PowerPoint</Application>
  <PresentationFormat>Widescreen</PresentationFormat>
  <Paragraphs>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radhikadiyora@gmail.com</dc:creator>
  <cp:lastModifiedBy>radhikadiyora@gmail.com</cp:lastModifiedBy>
  <cp:revision>1</cp:revision>
  <dcterms:created xsi:type="dcterms:W3CDTF">2025-11-19T21:53:57Z</dcterms:created>
  <dcterms:modified xsi:type="dcterms:W3CDTF">2025-11-19T21:57:25Z</dcterms:modified>
</cp:coreProperties>
</file>